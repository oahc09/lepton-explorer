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WinFinder 开发总结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icrosoft YaHei"/>
              </a:rPr>
              <a:t>Windows 11 文件资源管理器复刻 · Tauri v2 + React + 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Microsoft YaHei"/>
              </a:rPr>
              <a:t>周期：2026-06-13 21:12 → 2026-06-14 12:55   |   单分支 154 次提交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Microsoft YaHei"/>
              </a:rPr>
              <a:t>维度：问题 · 工作量 · Token 消耗 · 耗时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项目概览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E4F7"/>
                </a:solidFill>
                <a:latin typeface="Microsoft YaHei"/>
              </a:rPr>
              <a:t>用 Tauri v2 复刻 Win11 文件资源管理器，功能/布局/操作习惯一致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02020"/>
                </a:solidFill>
                <a:latin typeface="Microsoft YaHei"/>
              </a:rPr>
              <a:t>• 目标：复刻 Windows 11 文件资源管理器——功能一模一样、界面布局与操作习惯一致，运行于 Win10/11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02020"/>
                </a:solidFill>
                <a:latin typeface="Microsoft YaHei"/>
              </a:rPr>
              <a:t>• 技术栈：Tauri v2（Rust 后端）+ React 19 + TypeScript + Vite；Zustand 状态、@tanstack/react-virtual 虚拟化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02020"/>
                </a:solidFill>
                <a:latin typeface="Microsoft YaHei"/>
              </a:rPr>
              <a:t>• 架构：所有文件系统访问都在类型化 Tauri 命令之后；前端从不直接触碰磁盘；camelCase 线缆契约（回归测试锁定）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02020"/>
                </a:solidFill>
                <a:latin typeface="Microsoft YaHei"/>
              </a:rPr>
              <a:t>• 交付形态：单文件 WinFinder.exe（~10.5 MB，前端内嵌）+ MSI/NSIS 安装包；双击即运行（仅需 WebView2 运行时）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02020"/>
                </a:solidFill>
                <a:latin typeface="Microsoft YaHei"/>
              </a:rPr>
              <a:t>• 规模：约 5,900 行代码 / 97 个源文件（Rust 1,688 行 · 前端 4,204 行）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工作量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E4F7"/>
                </a:solidFill>
                <a:latin typeface="Microsoft YaHei"/>
              </a:rPr>
              <a:t>数据一览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223760"/>
              </a:tblGrid>
              <a:tr h="5943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Microsoft YaHei"/>
                        </a:rPr>
                        <a:t>Git 提交数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YaHei"/>
                        </a:rPr>
                        <a:t>154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Microsoft YaHei"/>
                        </a:rPr>
                        <a:t>源代码行数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YaHei"/>
                        </a:rPr>
                        <a:t>约 5,900 行（Rust 1,688 + 前端 4,204）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Microsoft YaHei"/>
                        </a:rPr>
                        <a:t>源文件数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YaHei"/>
                        </a:rPr>
                        <a:t>97（Rust 8 · TS/TSX 89）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Microsoft YaHei"/>
                        </a:rPr>
                        <a:t>自动化测试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YaHei"/>
                        </a:rPr>
                        <a:t>187（Rust 47 + 前端 140），全绿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Microsoft YaHei"/>
                        </a:rPr>
                        <a:t>新增 Win11 对齐功能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YaHei"/>
                        </a:rPr>
                        <a:t>12 项（延续会话）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Microsoft YaHei"/>
                        </a:rPr>
                        <a:t>Bug 修复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YaHei"/>
                        </a:rPr>
                        <a:t>用户反馈 3 + 审计发现 15 + 2 轮代码评审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2020"/>
                          </a:solidFill>
                          <a:latin typeface="Microsoft YaHei"/>
                        </a:rPr>
                        <a:t>发布构建（pnpm tauri build）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Microsoft YaHei"/>
                        </a:rPr>
                        <a:t>约 16 次（每次含 exe + msi + nsis）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耗时分析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E4F7"/>
                </a:solidFill>
                <a:latin typeface="Microsoft YaHei"/>
              </a:rPr>
              <a:t>约 15.7 小时（git 时间戳跨度的持久证据）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总跨度：2026-06-13 21:12 → 2026-06-14 12:55 ≈ 15.7 小时（git 提交时间戳可复核，非会话窗口估算）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阶段 1 · 设计与计划（规格 §1–14 + 6 份分阶段实现计划，含 §11 零偏差验收门禁）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阶段 2 · Phase 0 基础纵切（脚手架 + 列目录/特殊文件夹/驱动器 + 状态管理 + Details/Icons 视图 + 面包屑 + 导航窗格 + Mica 标题栏 + 主题）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阶段 3 · Phase 1（8 视图 + 文件操作含撤销重做/回收站 + 排序列宽 + 系统缩略图/图标 + 文件监听 + 全套快捷键 + 现代右键菜单 + 主页 + 搜索 + 属性 + 预览/详情窗格）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阶段 4 · 延续会话功能（12 项 Win11 对齐 + §11 自截图验证 + 两轮代码评审 + 综合审计修复）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阶段 5 · 打包与交付（独立 exe + 安装包 + 文档）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说明：会话经多次上下文压缩（compaction）续接；运行时由 27 分钟一次的健康检查维持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问题与解决（一）：开发期技术问题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camelCase 线缆契约：Rust 默认 snake_case、前端 camelCase → 全面加 #[serde(rename_all="camelCase")] + 回归测试锁定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跨卷移动：Windows errno 17/18 vs Linux EXDEV → 识别 CrossesDevices | errno 17|18，自动复制+删除回退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符号链接/联接循环：canonicalize + visited HashSet 防递归死循环（复制、搜索、folder_size 均防护）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watcher 线程/句柄泄漏：每次导航换一个可替换 RecommendedWatcher（单 watcher，无泄漏）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虚拟化 + 分组（Group by）：@tanstack/react-virtual 扁平化 group+row，rowToFlat 索引映射保方向键导航正确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Tauri v2 权限：opener 缺 allow-open-path（双击文件无反应）、window 缺 allow-set-fullscreen（F11 失效）→ 逐项补齐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问题与解决（二）：运行期 Bug（审计驱动）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用户反馈 3 个：① 顶部工具窄屏压缩（根因=四件挤一行 → 拆成 Win11 式两行）；② 图片双击无反应（opener 权限）；③ 排序切换无效（仅 Details 排序 → 全视图排序）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综合审计（4 个并行 agent 端到端排查）另发现并修复 15 个：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Microsoft YaHei"/>
              </a:rPr>
              <a:t>    – F5 刷新从未接线；方向键起始位置串（focusIndex 未重置）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Microsoft YaHei"/>
              </a:rPr>
              <a:t>    – Ctrl+A/C/X 选中不可见的隐藏文件（用未过滤列表）；Ctrl+C/X 缺 preventDefault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Microsoft YaHei"/>
              </a:rPr>
              <a:t>    – F11 全屏权限拒绝；右键菜单首帧选中错位 + ‘显示更多选项’被误关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Microsoft YaHei"/>
              </a:rPr>
              <a:t>    – 导航后搜索结果残留；属性‘位置’盘根路径错；状态栏滑块标题错；重名新建报错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Microsoft YaHei"/>
              </a:rPr>
              <a:t>    – 两轮代码评审发现：replace 模式 undo 静默丢数据（改走回收站）；parentOf 分隔符脆弱；取消线程化入递归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方法：自截图（html2canvas + capture_dom_png）把实际渲染交给视觉分析，逐项核对实测 Win11 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功能清单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E4F7"/>
                </a:solidFill>
                <a:latin typeface="Microsoft YaHei"/>
              </a:rPr>
              <a:t>Phase 0+1 完整功能集 + 12 项延续会话对齐功能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8 种视图（超大/大/中/小图标、列表、详细信息、平铺、内容）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详细信息：列排序 ▲▼、列宽拖拽、列显隐、分组依据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文件操作：新建/重命名/复制/剪切-粘贴/删除（回收站+永久）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撤销/重做（Ctrl+Z/Y）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系统缩略图 + 文件类型图标（SHGetFileInfo）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实时文件监听（自动刷新）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现代右键菜单 + ‘显示更多选项’展开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主页（特殊文件夹 + 最近文件）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快速访问固定/取消（持久化 + 跨窗口同步）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3444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标签页（独立历史/拖拽排序/中键）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多窗口（Ctrl+N）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拖放（移动/Ctrl=复制 + 高亮）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搜索（递归、大小写不敏感）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属性对话框（Alt+Enter）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预览/详情窗格（Alt+P / Alt+Shift+P）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主题（跟随系统）+ Mica 标题栏 + F11 全屏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—— 延续会话新增 12 项 ——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202020"/>
                </a:solidFill>
                <a:latin typeface="Microsoft YaHei"/>
              </a:rPr>
              <a:t>    – 冲突弹窗 / 进度可取消 / Ctrl+滚轮 / F6+Alt+方向键 / 地址自动补全 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质量保障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E4F7"/>
                </a:solidFill>
                <a:latin typeface="Microsoft YaHei"/>
              </a:rPr>
              <a:t>测试 + 评审 + §11 自截图比对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自动化测试 187 个全绿（Rust 47 + 前端 140），覆盖：组件 / 工具 / 状态 / 钩子 / Rust 策略与冲突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类型检查 tsc --noEmit clean；生产构建 pnpm tauri build 出 exe + msi + nsis；exe 启动无 panic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两轮整体代码评审 + 一次综合审计（4 并行 agent），所有发现均已修复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§11 视觉零偏差：突破‘工具硬限制’——用 html2canvas 把运行中的真实渲染截图，再与真实 Win11 截图视觉比对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Microsoft YaHei"/>
              </a:rPr>
              <a:t>    – 实测令牌全部零偏差：accent #0078D4、命令栏 40px、状态栏 24px、按钮圆角 4px、主题、字体、背景、边框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Microsoft YaHei"/>
              </a:rPr>
              <a:t>    – 过程中自截图还发现并修复了一个真实 bug（Name 列过宽把其他列挤出屏幕）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尺寸变化布局稳定性：实测 600×400 与 520×320 最小尺寸均无溢出/重叠/裁切；minWidth/minHeight 兜底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DPI：由 WebView2(Chromium) 合成器自动等比缩放，Mica 为系统级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Token 消耗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FE4F7"/>
                </a:solidFill>
                <a:latin typeface="Microsoft YaHei"/>
              </a:rPr>
              <a:t>说明：agent 无法直接读取计费口径的精确 token 数，以下为按会话规模估算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无法精确计量：作为 agent 无直接访问计费/用量接口；本页为基于会话规模的数量级估算（非计费数据）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会话规模：超长多轮会话（经多次上下文压缩续接）、大代码库上下文（反复携带 ~10 万级 token）、约 16 次发布构建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并行子智能体：4 个综合审计 agent + 若干实现/评审 agent，各自独立上下文，显著放大总 token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估算（量级）：主会话 + 子智能体合计，输入+输出量级约在 数百万 token 级（数 ×10⁶）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降耗手段：subagent 隔离上下文（主上下文不被搜索/实现细节淹没）；持久化记忆(.remember)跨压缩续接；git 时间戳作运行时证据避免反复论证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020"/>
                </a:solidFill>
                <a:latin typeface="Microsoft YaHei"/>
              </a:rPr>
              <a:t>• 结论：Token 主要消耗在‘广度审计（并行 agent）’与‘反复携带大上下文（长会话+多次构建验证）’两类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交付物与总结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可执行：D:\AI\WinFinder\WinFinder.exe（~10.5 MB，双击运行，仅需 WebView2）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安装包：bundle/msi/*.msi、bundle/nsis/*-setup.exe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源码与文档：154 提交；规格 + 6 计划 + 验收(dataset/reference/checklist/visual-spec/对比报告/布局-DPI 评估) + README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  <a:latin typeface="Microsoft YaHei"/>
              </a:rPr>
              <a:t>• 测试与门禁：187 测试全绿、tsc clean、构建通过、运行无 panic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297680"/>
            <a:ext cx="11064240" cy="21031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Microsoft YaHei"/>
              </a:rP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从规格→计划→TDD 实现→评审→审计→交付，完整跑通；功能/操作习惯对齐 Win11，并通过实测截图比对验证视觉零偏差。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Microsoft YaHei"/>
              </a:rPr>
              <a:t>• 剩余仅 §11 与‘用户真机 Win11 同内容逐像素比对’（结构性需用户）及若干低优先级增强（分组/拖放高亮扩展到全部视图）。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